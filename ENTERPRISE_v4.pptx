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66CC"/>
                </a:solidFill>
              </a:rPr>
              <a:t>Framework de Enmascaramiento SQL Server - FINAL ENTERPRISE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Versión completa, sin duplicados, optimizada para comité ejecutivo, técnico y seguridad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Proteger datos sensibles</a:t>
            </a:r>
          </a:p>
          <a:p>
            <a:r>
              <a:t>Evitar exposición de información</a:t>
            </a:r>
          </a:p>
          <a:p>
            <a:r>
              <a:t>Mantener integridad del sistema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Bases de datos críticas</a:t>
            </a:r>
          </a:p>
          <a:p>
            <a:r>
              <a:t>Usuarios internos y externos</a:t>
            </a:r>
          </a:p>
          <a:p>
            <a:r>
              <a:t>Ambientes productivos y no productivos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Aplicaciones</a:t>
            </a:r>
          </a:p>
          <a:p>
            <a:r>
              <a:t>↓</a:t>
            </a:r>
          </a:p>
          <a:p>
            <a:r>
              <a:t>Esquema app</a:t>
            </a:r>
          </a:p>
          <a:p>
            <a:r>
              <a:t>↓</a:t>
            </a:r>
          </a:p>
          <a:p>
            <a:r>
              <a:t>Esquema masked</a:t>
            </a:r>
          </a:p>
          <a:p>
            <a:r>
              <a:t>↓</a:t>
            </a:r>
          </a:p>
          <a:p>
            <a:r>
              <a:t>Esquema dbo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Lectura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Usuario → app → masked → dbo</a:t>
            </a:r>
          </a:p>
          <a:p>
            <a:r>
              <a:t>Datos enmascarados entregados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Escritura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Usuario → Vista → Trigger → dbo</a:t>
            </a:r>
          </a:p>
          <a:p>
            <a:r>
              <a:t>Integridad preservada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 00 → Setup</a:t>
            </a:r>
          </a:p>
          <a:p>
            <a:r>
              <a:t>Script 01 → Procedimientos</a:t>
            </a:r>
          </a:p>
          <a:p>
            <a:r>
              <a:t>Script 02 → Enmascaramiento</a:t>
            </a:r>
          </a:p>
          <a:p>
            <a:r>
              <a:t>Script 03 → Usuarios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Clasificación Automática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Tabla detectada</a:t>
            </a:r>
          </a:p>
          <a:p>
            <a:r>
              <a:t>Si calculada → Vista</a:t>
            </a:r>
          </a:p>
          <a:p>
            <a:r>
              <a:t>No calculada → DDM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Acceso restringido</a:t>
            </a:r>
          </a:p>
          <a:p>
            <a:r>
              <a:t>Control por esquema</a:t>
            </a:r>
          </a:p>
          <a:p>
            <a:r>
              <a:t>Sin acceso directo a dbo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Auditoría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Registro Masked_Audit</a:t>
            </a:r>
          </a:p>
          <a:p>
            <a:r>
              <a:t>Trazabilidad completa</a:t>
            </a:r>
          </a:p>
          <a:p>
            <a:r>
              <a:t>Monitoreo continuo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Gobernanza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 de cambios</a:t>
            </a:r>
          </a:p>
          <a:p>
            <a:r>
              <a:t>Gestión de accesos</a:t>
            </a:r>
          </a:p>
          <a:p>
            <a:r>
              <a:t>Procedimientos definidos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DBA → implementación</a:t>
            </a:r>
          </a:p>
          <a:p>
            <a:r>
              <a:t>Seguridad → validación</a:t>
            </a:r>
          </a:p>
          <a:p>
            <a:r>
              <a:t>Usuarios → consumo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Proceso de Implementación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Planificación</a:t>
            </a:r>
          </a:p>
          <a:p>
            <a:r>
              <a:t>Ejecución</a:t>
            </a:r>
          </a:p>
          <a:p>
            <a:r>
              <a:t>Validación</a:t>
            </a:r>
          </a:p>
          <a:p>
            <a:r>
              <a:t>Producción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Pruebas funcionales</a:t>
            </a:r>
          </a:p>
          <a:p>
            <a:r>
              <a:t>Pruebas de seguridad</a:t>
            </a:r>
          </a:p>
          <a:p>
            <a:r>
              <a:t>Pruebas de rendimiento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Gestión de Usuarios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Usuarios lectores</a:t>
            </a:r>
          </a:p>
          <a:p>
            <a:r>
              <a:t>Usuarios administrativos</a:t>
            </a:r>
          </a:p>
          <a:p>
            <a:r>
              <a:t>Separación de privilegios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de Acceso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Permisos por esquema</a:t>
            </a:r>
          </a:p>
          <a:p>
            <a:r>
              <a:t>DENY sobre dbo</a:t>
            </a:r>
          </a:p>
          <a:p>
            <a:r>
              <a:t>Acceso solo vía app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Revisión de auditoría</a:t>
            </a:r>
          </a:p>
          <a:p>
            <a:r>
              <a:t>Control continuo</a:t>
            </a:r>
          </a:p>
          <a:p>
            <a:r>
              <a:t>Supervisión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Rollback individual</a:t>
            </a:r>
          </a:p>
          <a:p>
            <a:r>
              <a:t>Rollback completo</a:t>
            </a:r>
          </a:p>
          <a:p>
            <a:r>
              <a:t>Recuperación segura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Gestión de Riesgos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Impacto mínimo</a:t>
            </a:r>
          </a:p>
          <a:p>
            <a:r>
              <a:t>Ejecución controlada</a:t>
            </a:r>
          </a:p>
          <a:p>
            <a:r>
              <a:t>Plan de reversión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Ejecutivos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Cumplimiento</a:t>
            </a:r>
          </a:p>
          <a:p>
            <a:r>
              <a:t>Reducción de riesgo</a:t>
            </a:r>
          </a:p>
          <a:p>
            <a:r>
              <a:t>Control total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Técnicos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Automatización</a:t>
            </a:r>
          </a:p>
          <a:p>
            <a:r>
              <a:t>Escalabilidad</a:t>
            </a:r>
          </a:p>
          <a:p>
            <a:r>
              <a:t>Seguridad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Aislamiento</a:t>
            </a:r>
          </a:p>
          <a:p>
            <a:r>
              <a:t>Protección de datos</a:t>
            </a:r>
          </a:p>
          <a:p>
            <a:r>
              <a:t>Trazabilidad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seguro</a:t>
            </a:r>
          </a:p>
          <a:p>
            <a:r>
              <a:t>Operación estable</a:t>
            </a:r>
          </a:p>
          <a:p>
            <a:r>
              <a:t>Control completo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 Producción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Scripts ejecutados</a:t>
            </a:r>
          </a:p>
          <a:p>
            <a:r>
              <a:t>Usuarios creados</a:t>
            </a:r>
          </a:p>
          <a:p>
            <a:r>
              <a:t>Validación completa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Solución enterprise</a:t>
            </a:r>
          </a:p>
          <a:p>
            <a:r>
              <a:t>Seguridad garantizada</a:t>
            </a:r>
          </a:p>
          <a:p>
            <a:r>
              <a:t>Lista para operación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