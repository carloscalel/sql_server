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el Orquestador 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Es un sistema que administra la ejecución de scripts SQL de forma controlada.</a:t>
            </a:r>
          </a:p>
          <a:p>
            <a:pPr/>
            <a:r>
              <a:t>Utiliza una cola (ExecutionQueue) para organizar los trabajos.</a:t>
            </a:r>
          </a:p>
          <a:p>
            <a:pPr/>
            <a:r>
              <a:t>Cada script tiene prioridad, estado y control de ejecución.</a:t>
            </a:r>
          </a:p>
          <a:p>
            <a:pPr/>
            <a:r>
              <a:t>Permite ejecutar scripts en múltiples servidores o bases de datos.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básica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ScriptsCatalog: catálogo de scripts y prioridades.</a:t>
            </a:r>
          </a:p>
          <a:p>
            <a:pPr/>
            <a:r>
              <a:t>ExecutionQueue: cola de ejecución diaria.</a:t>
            </a:r>
          </a:p>
          <a:p>
            <a:pPr/>
            <a:r>
              <a:t>Worker Service: ejecuta scripts automáticamente.</a:t>
            </a:r>
          </a:p>
          <a:p>
            <a:pPr/>
            <a:r>
              <a:t>SQL Server: almacena la cola y controla la ejecución.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el paralelismo?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Es la capacidad de ejecutar múltiples scripts al mismo tiempo.</a:t>
            </a:r>
          </a:p>
          <a:p>
            <a:pPr/>
            <a:r>
              <a:t>Se logra usando múltiples hilos (threads) en el Worker.</a:t>
            </a:r>
          </a:p>
          <a:p>
            <a:pPr/>
            <a:r>
              <a:t>Cada hilo toma un script diferente de la cola.</a:t>
            </a:r>
          </a:p>
          <a:p>
            <a:pPr/>
            <a:r>
              <a:t>Esto reduce el tiempo total de ejecución.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¿Cómo funcionan los hilos?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Cada hilo es un ejecutor independiente.</a:t>
            </a:r>
          </a:p>
          <a:p>
            <a:pPr/>
            <a:r>
              <a:t>Solicita un script disponible desde SQL Server.</a:t>
            </a:r>
          </a:p>
          <a:p>
            <a:pPr/>
            <a:r>
              <a:t>Marca el script como RUNNING.</a:t>
            </a:r>
          </a:p>
          <a:p>
            <a:pPr/>
            <a:r>
              <a:t>Ejecuta el script y actualiza el estado a OK o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Visualización del flujo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ExecutionQueue → contiene scripts pendientes.</a:t>
            </a:r>
          </a:p>
          <a:p>
            <a:pPr/>
            <a:r>
              <a:t>Worker Thread 1 → ejecuta Script A.</a:t>
            </a:r>
          </a:p>
          <a:p>
            <a:pPr/>
            <a:r>
              <a:t>Worker Thread 2 → ejecuta Script B.</a:t>
            </a:r>
          </a:p>
          <a:p>
            <a:pPr/>
            <a:r>
              <a:t>Worker Thread 3 → ejecuta Script C.</a:t>
            </a:r>
          </a:p>
          <a:p>
            <a:pPr/>
            <a:r>
              <a:t>Todos se ejecutan en paralelo.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del paralelismo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Reduce el tiempo total de ejecución.</a:t>
            </a:r>
          </a:p>
          <a:p>
            <a:pPr/>
            <a:r>
              <a:t>Mejor uso de CPU y recursos.</a:t>
            </a:r>
          </a:p>
          <a:p>
            <a:pPr/>
            <a:r>
              <a:t>Permite escalar agregando más hilos.</a:t>
            </a:r>
          </a:p>
          <a:p>
            <a:pPr/>
            <a:r>
              <a:t>Control total desde SQL 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práctico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100 scripts en cola.</a:t>
            </a:r>
          </a:p>
          <a:p>
            <a:pPr/>
            <a:r>
              <a:t>1 hilo → tarda 100 minutos.</a:t>
            </a:r>
          </a:p>
          <a:p>
            <a:pPr/>
            <a:r>
              <a:t>5 hilos → tarda aproximadamente 20 minutos.</a:t>
            </a:r>
          </a:p>
          <a:p>
            <a:pPr/>
            <a:r>
              <a:t>Mayor eficiencia operativa.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